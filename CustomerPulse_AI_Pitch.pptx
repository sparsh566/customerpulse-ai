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CustomerPulse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AI-Powered Complaint Intelligence Platform for BFSI</a:t>
            </a:r>
          </a:p>
          <a:p/>
          <a:p>
            <a:r>
              <a:t>Intake • Triage • Emotion Timeline • Urgency Score • SLA Risk • Resolution • Customer 360 •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The Complaint Chaos in Banking</a:t>
            </a:r>
          </a:p>
          <a:p>
            <a:pPr>
              <a:defRPr sz="1600"/>
            </a:pPr>
            <a:r>
              <a:t>• Complaints arrive via 6+ channels with zero unified view</a:t>
            </a:r>
          </a:p>
          <a:p>
            <a:pPr>
              <a:defRPr sz="1600"/>
            </a:pPr>
            <a:r>
              <a:t>• Manual triage leads to wrong priority, wrong team, SLA missed</a:t>
            </a:r>
          </a:p>
          <a:p>
            <a:pPr>
              <a:defRPr sz="1600"/>
            </a:pPr>
            <a:r>
              <a:t>• Agents work completely blind — no customer history before responding</a:t>
            </a:r>
          </a:p>
          <a:p>
            <a:pPr>
              <a:defRPr sz="1600"/>
            </a:pPr>
            <a:r>
              <a:t>• Genuine emergencies treated same as routine requests</a:t>
            </a:r>
          </a:p>
          <a:p>
            <a:pPr>
              <a:defRPr sz="1600"/>
            </a:pPr>
            <a:r>
              <a:t>• No emotion tracking — agents can't see if customer is about to leave</a:t>
            </a:r>
          </a:p>
          <a:p>
            <a:pPr>
              <a:defRPr sz="1600"/>
            </a:pPr>
            <a:r>
              <a:t>• No duplicate detection — same issue resolved multiple times, wasting effort</a:t>
            </a:r>
          </a:p>
          <a:p>
            <a:pPr>
              <a:defRPr sz="1600"/>
            </a:pPr>
            <a:r>
              <a:t>• RBI regulatory reporting done manually — error-prone and time-consuming</a:t>
            </a:r>
          </a:p>
          <a:p>
            <a:pPr>
              <a:defRPr sz="1600"/>
            </a:pPr>
            <a:r>
              <a:t>• Repeat complaints from same customer go unnoticed — no pattern detection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Key Statistics:</a:t>
            </a:r>
          </a:p>
          <a:p>
            <a:pPr>
              <a:defRPr sz="1600"/>
            </a:pPr>
            <a:r>
              <a:t>• 68% of customers leave after a poorly handled complaint</a:t>
            </a:r>
          </a:p>
          <a:p>
            <a:pPr>
              <a:defRPr sz="1600"/>
            </a:pPr>
            <a:r>
              <a:t>• 40% of agent time is wasted on manual triage</a:t>
            </a:r>
          </a:p>
          <a:p>
            <a:pPr>
              <a:defRPr sz="1600"/>
            </a:pPr>
            <a:r>
              <a:t>• 3x higher churn risk when SLAs are missed</a:t>
            </a:r>
          </a:p>
          <a:p>
            <a:pPr>
              <a:defRPr sz="1600"/>
            </a:pPr>
            <a:r>
              <a:t>• 1 in 4 CRITICAL complaints gets zero special treatment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Why Existing Tools Fail BFSI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Why Existing Platforms Fall Short:</a:t>
            </a:r>
          </a:p>
          <a:p>
            <a:pPr>
              <a:defRPr sz="1600"/>
            </a:pPr>
            <a:r>
              <a:t>• Salesforce Service Cloud: Expensive, no RBI reporting, no emotion AI, no predictive SLA</a:t>
            </a:r>
          </a:p>
          <a:p>
            <a:pPr>
              <a:defRPr sz="1600"/>
            </a:pPr>
            <a:r>
              <a:t>• Freshdesk: No urgency detection, no customer 360, no Gen-AI draft responses</a:t>
            </a:r>
          </a:p>
          <a:p>
            <a:pPr>
              <a:defRPr sz="1600"/>
            </a:pPr>
            <a:r>
              <a:t>• Zoho Desk: No sentiment drift, no compliance layer, no duplicate clustering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What CustomerPulse AI Solves:</a:t>
            </a:r>
          </a:p>
          <a:p>
            <a:pPr>
              <a:defRPr sz="1600"/>
            </a:pPr>
            <a:r>
              <a:t>✓ BFSI-Native — built for RBI / IRDAI compliance from day one</a:t>
            </a:r>
          </a:p>
          <a:p>
            <a:pPr>
              <a:defRPr sz="1600"/>
            </a:pPr>
            <a:r>
              <a:t>✓ Customer Emotion Timeline — tracks mood per message</a:t>
            </a:r>
          </a:p>
          <a:p>
            <a:pPr>
              <a:defRPr sz="1600"/>
            </a:pPr>
            <a:r>
              <a:t>✓ Financial Urgency Score — genuine priorities for emergencies</a:t>
            </a:r>
          </a:p>
          <a:p>
            <a:pPr>
              <a:defRPr sz="1600"/>
            </a:pPr>
            <a:r>
              <a:t>✓ Customer 360 — full history profile for the agent</a:t>
            </a:r>
          </a:p>
          <a:p>
            <a:pPr>
              <a:defRPr sz="1600"/>
            </a:pPr>
            <a:r>
              <a:t>✓ Agent Whisper — real-time AI coaching during live interactions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One Platform. Full Complaint Lifecycle.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01. Complaint Intake</a:t>
            </a:r>
          </a:p>
          <a:p>
            <a:pPr>
              <a:defRPr sz="1600"/>
            </a:pPr>
            <a:r>
              <a:t>    Omnichannel ingestion, Auto ticket ID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02. AI Engine</a:t>
            </a:r>
          </a:p>
          <a:p>
            <a:pPr>
              <a:defRPr sz="1600"/>
            </a:pPr>
            <a:r>
              <a:t>    NLP-based sentiment, category, auto-routing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03. Emotion &amp; Urgency Intelligence [NEW]</a:t>
            </a:r>
          </a:p>
          <a:p>
            <a:pPr>
              <a:defRPr sz="1600"/>
            </a:pPr>
            <a:r>
              <a:t>    Emotion Timeline, Financial Urgency, Agent Whisper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04. Customer 360 Profile [NEW]</a:t>
            </a:r>
          </a:p>
          <a:p>
            <a:pPr>
              <a:defRPr sz="1600"/>
            </a:pPr>
            <a:r>
              <a:t>    Full complaint history, Churn risk score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05. Agent Action Layer</a:t>
            </a:r>
          </a:p>
          <a:p>
            <a:pPr>
              <a:defRPr sz="1600"/>
            </a:pPr>
            <a:r>
              <a:t>    AI-drafted response, One-click escalation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06. Reporting &amp; Compliance</a:t>
            </a:r>
          </a:p>
          <a:p>
            <a:pPr>
              <a:defRPr sz="1600"/>
            </a:pPr>
            <a:r>
              <a:t>    RBI Annexure/SLA reports, automated exports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How It All Works Together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INPUT CHANNELS</a:t>
            </a:r>
          </a:p>
          <a:p>
            <a:pPr>
              <a:defRPr sz="1600"/>
            </a:pPr>
            <a:r>
              <a:t>   Email, Live Chat, Branch, Social Media, WhatsApp (Proposed)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COMPLAINT INTAKE &amp; VALIDATION</a:t>
            </a:r>
          </a:p>
          <a:p>
            <a:pPr>
              <a:defRPr sz="1600"/>
            </a:pPr>
            <a:r>
              <a:t>   Auto Ticket ID, Zod Validation, Channel Tag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AI ENGINE (Gemini Flash via OpenRouter)</a:t>
            </a:r>
          </a:p>
          <a:p>
            <a:pPr>
              <a:defRPr sz="1600"/>
            </a:pPr>
            <a:r>
              <a:t>   Sentiment Analysis, Categorization, Auto-Routing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AI INTELLIGENCE LAYER [Core Differentiator]</a:t>
            </a:r>
          </a:p>
          <a:p>
            <a:pPr>
              <a:defRPr sz="1600"/>
            </a:pPr>
            <a:r>
              <a:t>   Emotion Timeline, Financial Urgency Score, Agent Whisper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5. DATA BACKEND &amp; INFRASTRUCTURE</a:t>
            </a:r>
          </a:p>
          <a:p>
            <a:pPr>
              <a:defRPr sz="1600"/>
            </a:pPr>
            <a:r>
              <a:t>   Supabase Postgres, Edge Functions, Audit Logging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6. OUTPUT LAYER</a:t>
            </a:r>
          </a:p>
          <a:p>
            <a:pPr>
              <a:defRPr sz="1600"/>
            </a:pPr>
            <a:r>
              <a:t>   Role-Based Dashboard, RBI Reports, Customer SLA Monitor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Core AI &amp; NLP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Analytical AI Capabilities:</a:t>
            </a:r>
          </a:p>
          <a:p>
            <a:pPr>
              <a:defRPr sz="1600"/>
            </a:pPr>
            <a:r>
              <a:t>• Auto-Categorization: Product &amp; complaint classification with manual override</a:t>
            </a:r>
          </a:p>
          <a:p>
            <a:pPr>
              <a:defRPr sz="1600"/>
            </a:pPr>
            <a:r>
              <a:t>• Duplicate &amp; Cluster Detection: Semantic similarity to prevent redundant effort</a:t>
            </a:r>
          </a:p>
          <a:p>
            <a:pPr>
              <a:defRPr sz="1600"/>
            </a:pPr>
            <a:r>
              <a:t>• Sentiment &amp; Severity Scoring: Tracking sentiment drift and rating priority 1-10</a:t>
            </a:r>
          </a:p>
          <a:p>
            <a:pPr>
              <a:defRPr sz="1600"/>
            </a:pPr>
            <a:r>
              <a:t>• Predictive SLA Breach Detection: Auto-reassign if breach risk &gt; 80%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Generative AI Capabilities:</a:t>
            </a:r>
          </a:p>
          <a:p>
            <a:pPr>
              <a:defRPr sz="1600"/>
            </a:pPr>
            <a:r>
              <a:t>• AI Draft Responses: Under 60 seconds customized by tone</a:t>
            </a:r>
          </a:p>
          <a:p>
            <a:pPr>
              <a:defRPr sz="1600"/>
            </a:pPr>
            <a:r>
              <a:t>• Next-Best Actions &amp; Similar Cases: Fast recommendations based on history</a:t>
            </a:r>
          </a:p>
          <a:p>
            <a:pPr>
              <a:defRPr sz="1600"/>
            </a:pPr>
            <a:r>
              <a:t>• Regulatory Report Generation: One-click formatted data exports</a:t>
            </a:r>
          </a:p>
          <a:p>
            <a:pPr>
              <a:defRPr sz="1600"/>
            </a:pPr>
            <a:r>
              <a:t>• AI Analytics Assistant: Query datasets with natural language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What Makes CustomerPulse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Feature 1: Customer Emotion Timeline</a:t>
            </a:r>
          </a:p>
          <a:p>
            <a:pPr>
              <a:defRPr sz="1600"/>
            </a:pPr>
            <a:r>
              <a:t>• Tracks emotional journey (Calm → Anxious → Frustrated)</a:t>
            </a:r>
          </a:p>
          <a:p>
            <a:pPr>
              <a:defRPr sz="1600"/>
            </a:pPr>
            <a:r>
              <a:t>• Includes Empathy Coach &amp; De-escalation Trigger</a:t>
            </a:r>
          </a:p>
          <a:p>
            <a:pPr>
              <a:defRPr sz="1600"/>
            </a:pPr>
            <a:r>
              <a:t>Feature 2: Financial Urgency Score Engine</a:t>
            </a:r>
          </a:p>
          <a:p>
            <a:pPr>
              <a:defRPr sz="1600"/>
            </a:pPr>
            <a:r>
              <a:t>• Scores 0-100 on real financial/medical harm</a:t>
            </a:r>
          </a:p>
          <a:p>
            <a:pPr>
              <a:defRPr sz="1600"/>
            </a:pPr>
            <a:r>
              <a:t>• 8 Genuine Urgency Categories (Critical/High/Medium)</a:t>
            </a:r>
          </a:p>
          <a:p>
            <a:pPr>
              <a:defRPr sz="1600"/>
            </a:pPr>
            <a:r>
              <a:t>Feature 3: Customer 360 Profile</a:t>
            </a:r>
          </a:p>
          <a:p>
            <a:pPr>
              <a:defRPr sz="1600"/>
            </a:pPr>
            <a:r>
              <a:t>• Complete history visible to agent before responding</a:t>
            </a:r>
          </a:p>
          <a:p>
            <a:pPr>
              <a:defRPr sz="1600"/>
            </a:pPr>
            <a:r>
              <a:t>• Repeat pattern alerts &amp; predictive churn risk</a:t>
            </a:r>
          </a:p>
          <a:p>
            <a:pPr>
              <a:defRPr sz="1600"/>
            </a:pPr>
            <a:r>
              <a:t>Bonus: Agent Whisper</a:t>
            </a:r>
          </a:p>
          <a:p>
            <a:pPr>
              <a:defRPr sz="1600"/>
            </a:pPr>
            <a:r>
              <a:t>• Real-time, invisible suggestions to agent during chat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Dashboard &amp;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Role-Based Dashboards for Agent, Manager, Admin &amp; Customer: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1. Operations Dashboard</a:t>
            </a:r>
          </a:p>
          <a:p>
            <a:pPr>
              <a:defRPr sz="1600"/>
            </a:pPr>
            <a:r>
              <a:t>   KPI cards, predictive SLA surface, and Burst alerts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2. Complaint Detail View</a:t>
            </a:r>
          </a:p>
          <a:p>
            <a:pPr>
              <a:defRPr sz="1600"/>
            </a:pPr>
            <a:r>
              <a:t>   Emotion timeline, Whisper panel, Unified thread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3. Customer 360 Profile View</a:t>
            </a:r>
          </a:p>
          <a:p>
            <a:pPr>
              <a:defRPr sz="1600"/>
            </a:pPr>
            <a:r>
              <a:t>   Complete history summary &amp; agent notes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4. Analytics &amp; Reports</a:t>
            </a:r>
          </a:p>
          <a:p>
            <a:pPr>
              <a:defRPr sz="1600"/>
            </a:pPr>
            <a:r>
              <a:t>   RBI/SLA reports, Urgency metrics, AI natural language query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5. Public Tracking &amp; Performance</a:t>
            </a:r>
          </a:p>
          <a:p>
            <a:pPr>
              <a:defRPr sz="1600"/>
            </a:pPr>
            <a:r>
              <a:t>   Customer-facing tracking; Agent empathy matching score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Impact &amp;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Key Operational Metrics (Before vs After):</a:t>
            </a:r>
          </a:p>
          <a:p>
            <a:pPr>
              <a:defRPr sz="1600"/>
            </a:pPr>
            <a:r>
              <a:t>• Avg Resolution Time: ~18 hours (63% faster than 48-72h avg)</a:t>
            </a:r>
          </a:p>
          <a:p>
            <a:pPr>
              <a:defRPr sz="1600"/>
            </a:pPr>
            <a:r>
              <a:t>• SLA Compliance: ~92% (up from 60%)</a:t>
            </a:r>
          </a:p>
          <a:p>
            <a:pPr>
              <a:defRPr sz="1600"/>
            </a:pPr>
            <a:r>
              <a:t>• Agent Triage Time: Reduced by 75%</a:t>
            </a:r>
          </a:p>
          <a:p>
            <a:pPr>
              <a:defRPr sz="1600"/>
            </a:pPr>
            <a:r>
              <a:t>• Critical Urgency Response: &lt; 2 hours guaranteed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Business Case &amp; Potential:</a:t>
            </a:r>
          </a:p>
          <a:p>
            <a:pPr>
              <a:defRPr sz="1600"/>
            </a:pPr>
            <a:r>
              <a:t>• Target Market: 100K+ bank branches &amp; 2K+ NBFCs in India</a:t>
            </a:r>
          </a:p>
          <a:p>
            <a:pPr>
              <a:defRPr sz="1600"/>
            </a:pPr>
            <a:r>
              <a:t>• Revenue Model: SaaS Subscriptions + Premium compliance reporting</a:t>
            </a:r>
          </a:p>
          <a:p>
            <a:pPr>
              <a:defRPr sz="1600"/>
            </a:pPr>
            <a:r>
              <a:t>• The 'Why Now': RBI mandates are strict, complaint volume is growing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Built to Scale — Stack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Modern Tech Stack:</a:t>
            </a:r>
          </a:p>
          <a:p>
            <a:pPr>
              <a:defRPr sz="1600"/>
            </a:pPr>
            <a:r>
              <a:t>• Frontend: React 18, Vite, Tailwind CSS, shadcn/ui</a:t>
            </a:r>
          </a:p>
          <a:p>
            <a:pPr>
              <a:defRPr sz="1600"/>
            </a:pPr>
            <a:r>
              <a:t>• Backend: Supabase Postgres &amp; Edge Functions (Deno)</a:t>
            </a:r>
          </a:p>
          <a:p>
            <a:pPr>
              <a:defRPr sz="1600"/>
            </a:pPr>
            <a:r>
              <a:t>• AI Layer: Gemini Flash via OpenRouter + Custom Edge Pipelines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Roadmap:</a:t>
            </a:r>
          </a:p>
          <a:p>
            <a:pPr>
              <a:defRPr sz="1600"/>
            </a:pPr>
            <a:r>
              <a:t>• Phase 1: WhatsApp API, Multilingual NLP, Auto-escalation</a:t>
            </a:r>
          </a:p>
          <a:p>
            <a:pPr>
              <a:defRPr sz="1600"/>
            </a:pPr>
            <a:r>
              <a:t>• Phase 2: Predictive churn score, Core banking integration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Summary:</a:t>
            </a:r>
          </a:p>
          <a:p>
            <a:pPr>
              <a:defRPr sz="1600"/>
            </a:pPr>
            <a:r>
              <a:t>CustomerPulse AI — turning every complaint into an insight, every emotion into an action, every emergency into a priority, and every SLA into a promise kept.</a:t>
            </a:r>
          </a:p>
          <a:p>
            <a:pPr>
              <a:defRPr sz="16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